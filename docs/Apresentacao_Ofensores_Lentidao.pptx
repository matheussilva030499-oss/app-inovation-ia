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C9E0"/>
                </a:solidFill>
                <a:latin typeface="Calibri"/>
              </a:rPr>
              <a:t>POSICIONAMENTO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Ofensores de Lentidão
na Linha de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3F0"/>
                </a:solidFill>
                <a:latin typeface="Calibri"/>
              </a:rPr>
              <a:t>Alinhamento entre TI  ·  Área Técnica  ·  Engenharia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Causa raiz antes de culpado   ·   Evidência antes de apontamento   ·   Dono e prazo claros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Mensagem central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972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0F2C59"/>
                </a:solidFill>
                <a:latin typeface="Calibri"/>
              </a:rPr>
              <a:t>A lentidão, na maioria das ocorrências, não nasce de falha estrutural da TI.</a:t>
            </a:r>
          </a:p>
          <a:p>
            <a:pPr algn="l">
              <a:spcBef>
                <a:spcPts val="1400"/>
              </a:spcBef>
            </a:pPr>
            <a:r>
              <a:rPr sz="1800" b="0">
                <a:solidFill>
                  <a:srgbClr val="4A4A4A"/>
                </a:solidFill>
                <a:latin typeface="Calibri"/>
              </a:rPr>
              <a:t>Os ofensores recorrentes estão em configuração, desempenho de posto, cabeamento e disciplina de processo.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23360"/>
            <a:ext cx="3474720" cy="182880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C9E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Causa raiz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3F0"/>
                </a:solidFill>
                <a:latin typeface="Calibri"/>
              </a:rPr>
              <a:t>Antes de apontar culpado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023360"/>
            <a:ext cx="3474720" cy="182880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C9E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617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Evidência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3F0"/>
                </a:solidFill>
                <a:latin typeface="Calibri"/>
              </a:rPr>
              <a:t>Antes de escalar para 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4023360"/>
            <a:ext cx="3474720" cy="182880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C9E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4617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Dono claro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3F0"/>
                </a:solidFill>
                <a:latin typeface="Calibri"/>
              </a:rPr>
              <a:t>Com prazo e 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TI  ·  Área Técnica  ·  Engenharia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Principais ofensores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6B93"/>
                </a:solidFill>
                <a:latin typeface="Calibri"/>
              </a:rPr>
              <a:t>Visão rápida para a gerência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6118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37160" cy="192024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6B93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RAPs baixa eficiência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Fila e timeout no posto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6118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137160" cy="192024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6B93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94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Cabos Cat.5 / Cat.5e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Instabilidade de comunicação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554480"/>
            <a:ext cx="36118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554480"/>
            <a:ext cx="137160" cy="192024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6B93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94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Erro de roteiro/modelo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Parada e retrabalho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49039"/>
            <a:ext cx="36118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49039"/>
            <a:ext cx="137160" cy="192024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6B93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891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IP / conexão física ruim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83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Queda de rede do posto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749039"/>
            <a:ext cx="36118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749039"/>
            <a:ext cx="137160" cy="192024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0233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6B93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3891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CPU saturada no posto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983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Travamento e perda de ciclo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3749039"/>
            <a:ext cx="36118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3749039"/>
            <a:ext cx="137160" cy="192024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0233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6B93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3891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Passou / não passou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983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Retrabalho e perda de ritmo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TI  ·  Área Técnica  ·  Engenharia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Evidências — conexão física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6B93"/>
                </a:solidFill>
                <a:latin typeface="Calibri"/>
              </a:rPr>
              <a:t>Cabo, conector e instalação do posto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77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74520"/>
            <a:ext cx="1188720" cy="41148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874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Cabo sem presilha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Solta com vibração → queda de rede da RASP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577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874520"/>
            <a:ext cx="1188720" cy="41148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019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874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RJ45 oxidado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60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Contato ruim → instabilidade e lentidão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94760"/>
            <a:ext cx="5577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114800"/>
            <a:ext cx="1188720" cy="41148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422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Cabo Cat.5 / Cat.5e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Padrão abaixo do desejável na linha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794760"/>
            <a:ext cx="5577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114800"/>
            <a:ext cx="1188720" cy="41148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422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RASP pendurada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00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Falta de disciplina de instalação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TI  ·  Área Técnica  ·  Engenharia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Evidências — configuração e desempenho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6B93"/>
                </a:solidFill>
                <a:latin typeface="Calibri"/>
              </a:rPr>
              <a:t>Roteiro errado e RASP com CPU saturada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778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577840" cy="64008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Configuração de processo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EV 05 — Modelo divergente no roteiro
Bases coletam, mas modelo ≠ placas da linha.
EV 06 — FAIL recorrente
Serial não pertence ao produto cadastrado.
Dono: Engenharia / Área Técnica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4864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486400" cy="64008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Desempenho do posto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EV 07 — TCL006 com CPU em 100%
Gargalo de processamento no posto.
EV 08 — TCL007 com CPU em 100%
Mesmo padrão em outro posto.
Dono: Área Técnica / Engenharia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TI  ·  Área Técnica  ·  Engenharia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Papéis e responsabilidades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10058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Engenharia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4A4A4A"/>
                </a:solidFill>
                <a:latin typeface="Calibri"/>
              </a:rPr>
              <a:t>Roteiro, modelo, postos
e padronização de processo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6118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611880" cy="100584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Área Técnica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4A4A4A"/>
                </a:solidFill>
                <a:latin typeface="Calibri"/>
              </a:rPr>
              <a:t>Equipamento, cabo, IP
e desempenho do posto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6118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611880" cy="10058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4A4A4A"/>
                </a:solidFill>
                <a:latin typeface="Calibri"/>
              </a:rPr>
              <a:t>Diagnóstico com evidência,
rede/sistema e capacitação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TI  ·  Área Técnica  ·  Engenharia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Compromisso da TI — Treinamento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4A4A"/>
                </a:solidFill>
                <a:latin typeface="Calibri"/>
              </a:rPr>
              <a:t>A TI não veio só apontar problema. Vamos capacitar Área Técnica e Engenharia.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611880" cy="320040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C9E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IP em 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3F0"/>
                </a:solidFill>
                <a:latin typeface="Calibri"/>
              </a:rPr>
              <a:t>Padronização e prevenção
de IP duplicado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611880" cy="320040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C9E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Filebeat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74903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3F0"/>
                </a:solidFill>
                <a:latin typeface="Calibri"/>
              </a:rPr>
              <a:t>Coleta/envio de logs
e boas práticas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611880" cy="320040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C9E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74903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3F0"/>
                </a:solidFill>
                <a:latin typeface="Calibri"/>
              </a:rPr>
              <a:t>Antes de classificar como
“falha de TI”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TI  ·  Área Técnica  ·  Engenharia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Decisões solicitadas à gerência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502920" cy="50292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</a:rPr>
              <a:t>Reconhecer os ofensores como prioridade de Engenharia e Área Técnica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39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834639"/>
            <a:ext cx="502920" cy="50292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80359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</a:rPr>
              <a:t>Definir dono e prazo para cada ação do plano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886200"/>
            <a:ext cx="502920" cy="50292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</a:rPr>
              <a:t>Exigir evidência antes de escalar ocorrência para TI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59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937759"/>
            <a:ext cx="502920" cy="50292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0176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83479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</a:rPr>
              <a:t>Apoiar o treinamento e a padronização de IP / Filebeat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TI  ·  Área Técnica  ·  Engenharia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Plano de ação resumido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08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Dono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93"/>
                </a:solidFill>
                <a:latin typeface="Calibri"/>
              </a:rPr>
              <a:t>PA-01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1305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Padronizar/substituir cabos e conectores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305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Área Técnica / Engenharia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39"/>
            <a:ext cx="11247120" cy="6400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7063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93"/>
                </a:solidFill>
                <a:latin typeface="Calibri"/>
              </a:rPr>
              <a:t>PA-02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7706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Eliminar IPs duplicados e oficializar endereçamento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706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Área Técnica / Engenharia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10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93"/>
                </a:solidFill>
                <a:latin typeface="Calibri"/>
              </a:rPr>
              <a:t>PA-03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4107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Controle de liberação de roteiro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4107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Engenharia / Área Técnica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86200"/>
            <a:ext cx="11247120" cy="6400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507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93"/>
                </a:solidFill>
                <a:latin typeface="Calibri"/>
              </a:rPr>
              <a:t>PA-04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0507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Adequação de RASPs/PCs com baixa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507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Área Técnica / Engenharia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26279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9087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93"/>
                </a:solidFill>
                <a:latin typeface="Calibri"/>
              </a:rPr>
              <a:t>PA-05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69087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Padronizar status passou/não passou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69087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Engenharia / Área Técnica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66360"/>
            <a:ext cx="11247120" cy="6400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309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93"/>
                </a:solidFill>
                <a:latin typeface="Calibri"/>
              </a:rPr>
              <a:t>PA-06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3309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Treinamento TI (IP RAP + Filebeat + checklist)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3309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TI  ·  Área Técnica  ·  Engenharia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Problema de processo
não se resolve com chamado de 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BC9E0"/>
                </a:solidFill>
                <a:latin typeface="Calibri"/>
              </a:rPr>
              <a:t>Disciplina de processo  ·  Padronização de posto  ·  Dono claro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TI capacita (IP RAP + Filebeat + checklist)
Engenharia e Área Técnica corrigem na origem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