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BC9E0"/>
                </a:solidFill>
                <a:latin typeface="Calibri"/>
              </a:rPr>
              <a:t>POSICIONAMENTO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Ofensores de Lentidão
na Linha de Produção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3F0"/>
                </a:solidFill>
                <a:latin typeface="Calibri"/>
              </a:rPr>
              <a:t>Alinhamento entre TI  ·  Área Técnica  ·  Engenharia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Causa raiz antes de culpado   ·   Evidência antes de apontamento   ·   Dono e prazo claros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Mensagem central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728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0F2C59"/>
                </a:solidFill>
                <a:latin typeface="Calibri"/>
              </a:rPr>
              <a:t>A lentidão, na maioria das ocorrências, não nasce de falha estrutural da TI.</a:t>
            </a:r>
          </a:p>
          <a:p>
            <a:pPr algn="l">
              <a:spcBef>
                <a:spcPts val="1400"/>
              </a:spcBef>
            </a:pPr>
            <a:r>
              <a:rPr sz="1800" b="0">
                <a:solidFill>
                  <a:srgbClr val="4A4A4A"/>
                </a:solidFill>
                <a:latin typeface="Calibri"/>
              </a:rPr>
              <a:t>Os ofensores recorrentes estão em configuração, desempenho de posto, cabeamento e disciplina de processo.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23360"/>
            <a:ext cx="3474720" cy="18288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Causa raiz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74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3F0"/>
                </a:solidFill>
                <a:latin typeface="Calibri"/>
              </a:rPr>
              <a:t>Antes de apontar culpado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474720" cy="18288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206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617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Evidência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5074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3F0"/>
                </a:solidFill>
                <a:latin typeface="Calibri"/>
              </a:rPr>
              <a:t>Antes de escalar para 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4023360"/>
            <a:ext cx="3474720" cy="18288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4206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4617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Dono claro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5074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3F0"/>
                </a:solidFill>
                <a:latin typeface="Calibri"/>
              </a:rPr>
              <a:t>Com prazo e 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Principais ofensores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6B93"/>
                </a:solidFill>
                <a:latin typeface="Calibri"/>
              </a:rPr>
              <a:t>Visão rápida para a gerência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RAPs baixa eficiência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Fila e timeout no posto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554480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194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Cabos Cat.5 / Cat.5e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Instabilidade de comunicação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554480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554480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194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Erro de roteiro/modelo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Parada e retrabalho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49039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749039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8911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IP / conexão física ruim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83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Queda de rede do posto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749039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749039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38911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CPU saturada no posto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983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Travamento e perda de ciclo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3749039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80" y="3749039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38911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Passou / não passou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983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Retrabalho e perda de ritmo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Compromisso da TI — Treinamento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A4A4A"/>
                </a:solidFill>
                <a:latin typeface="Calibri"/>
              </a:rPr>
              <a:t>A TI não veio só apontar problema. Vamos capacitar Área Técnica e Engenharia.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3611880" cy="32004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IP em RAP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3F0"/>
                </a:solidFill>
                <a:latin typeface="Calibri"/>
              </a:rPr>
              <a:t>Padronização e prevenção
de IP duplicado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03120"/>
            <a:ext cx="3611880" cy="32004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Filebeat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749039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3F0"/>
                </a:solidFill>
                <a:latin typeface="Calibri"/>
              </a:rPr>
              <a:t>Coleta/envio de logs
e boas práticas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103120"/>
            <a:ext cx="3611880" cy="32004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Checklist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749039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3F0"/>
                </a:solidFill>
                <a:latin typeface="Calibri"/>
              </a:rPr>
              <a:t>Antes de classificar como
“falha de TI”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Plano de ação resumido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08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30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13055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Padronizar/substituir cabos e conectores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Área Técnica / Engenharia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39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7063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770631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Eliminar IPs duplicados e oficializar endereçamento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70631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Área Técnica / Engenharia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107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41071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Controle de liberação de roteiro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4107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Engenharia / Área Técnica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507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05079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Adequação de RASPs/PCs com baixa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507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Área Técnica / Engenharia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26279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9087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4690871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Padronizar status passou/não passou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690871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Engenharia / Área Técnica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309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533095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Treinamento TI (IP RAP + Filebeat + checklist)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309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Problema de processo
não se resolve com chamado de 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BC9E0"/>
                </a:solidFill>
                <a:latin typeface="Calibri"/>
              </a:rPr>
              <a:t>Disciplina de processo  ·  Padronização de posto  ·  Dono claro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 capacita (IP RAP + Filebeat + checklist)
Engenharia e Área Técnica corrigem na origem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